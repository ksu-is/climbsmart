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2"/>
    <p:restoredTop sz="94640"/>
  </p:normalViewPr>
  <p:slideViewPr>
    <p:cSldViewPr snapToGrid="0">
      <p:cViewPr>
        <p:scale>
          <a:sx n="86" d="100"/>
          <a:sy n="86" d="100"/>
        </p:scale>
        <p:origin x="92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59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64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93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3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44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8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4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4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2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8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AC9A909-F04A-604E-8E6C-7BAA17297270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2A66860-3076-4B4B-A3AC-62AE625A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8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E3F7-C53A-6594-9274-152CAAF15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8615" y="263770"/>
            <a:ext cx="4132385" cy="907438"/>
          </a:xfrm>
        </p:spPr>
        <p:txBody>
          <a:bodyPr>
            <a:normAutofit/>
          </a:bodyPr>
          <a:lstStyle/>
          <a:p>
            <a:r>
              <a:rPr lang="en-US" dirty="0" err="1"/>
              <a:t>ClimbSmart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631AF-1797-3C50-428F-E79FA0362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528" y="1171208"/>
            <a:ext cx="3392557" cy="487017"/>
          </a:xfrm>
        </p:spPr>
        <p:txBody>
          <a:bodyPr/>
          <a:lstStyle/>
          <a:p>
            <a:r>
              <a:rPr lang="en-US" dirty="0"/>
              <a:t>By: Jack Gillenwater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BCF9C-AA92-ADB3-F8A7-14C28E9E4333}"/>
              </a:ext>
            </a:extLst>
          </p:cNvPr>
          <p:cNvSpPr txBox="1"/>
          <p:nvPr/>
        </p:nvSpPr>
        <p:spPr>
          <a:xfrm>
            <a:off x="247010" y="2167937"/>
            <a:ext cx="5181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</a:t>
            </a:r>
            <a:r>
              <a:rPr lang="en-US" dirty="0" err="1"/>
              <a:t>ClimbSmart</a:t>
            </a:r>
            <a:r>
              <a:rPr lang="en-US" dirty="0"/>
              <a:t> Does:</a:t>
            </a:r>
          </a:p>
          <a:p>
            <a:r>
              <a:rPr lang="en-US" dirty="0"/>
              <a:t>• Tracks climbing type, duration, intensity, pain, and notes</a:t>
            </a:r>
          </a:p>
          <a:p>
            <a:r>
              <a:rPr lang="en-US" dirty="0"/>
              <a:t>• Saves session data so users can review training patterns</a:t>
            </a:r>
          </a:p>
          <a:p>
            <a:r>
              <a:rPr lang="en-US" dirty="0"/>
              <a:t>• Warns users when pain is reported so they can avoid overtraining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E907D10-DDBA-EB07-74A4-7CEBDE038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581" y="3020818"/>
            <a:ext cx="4386384" cy="3157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4E40A2-CE77-5660-AA30-40363163756F}"/>
              </a:ext>
            </a:extLst>
          </p:cNvPr>
          <p:cNvSpPr txBox="1"/>
          <p:nvPr/>
        </p:nvSpPr>
        <p:spPr>
          <a:xfrm>
            <a:off x="8131411" y="6247220"/>
            <a:ext cx="315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Code For </a:t>
            </a:r>
            <a:r>
              <a:rPr lang="en-US" dirty="0" err="1"/>
              <a:t>ClimbSmart</a:t>
            </a:r>
            <a:endParaRPr lang="en-US" dirty="0"/>
          </a:p>
        </p:txBody>
      </p:sp>
      <p:pic>
        <p:nvPicPr>
          <p:cNvPr id="9" name="Picture 8" descr="A person climbing a large rock&#10;&#10;AI-generated content may be incorrect.">
            <a:extLst>
              <a:ext uri="{FF2B5EF4-FFF2-40B4-BE49-F238E27FC236}">
                <a16:creationId xmlns:a16="http://schemas.microsoft.com/office/drawing/2014/main" id="{2FFE7291-A695-8317-3963-357155607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546" y="3966143"/>
            <a:ext cx="3926062" cy="27208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98A373-D2C8-D190-DC1B-3ED06AA4F2A9}"/>
              </a:ext>
            </a:extLst>
          </p:cNvPr>
          <p:cNvSpPr txBox="1"/>
          <p:nvPr/>
        </p:nvSpPr>
        <p:spPr>
          <a:xfrm>
            <a:off x="2837810" y="1589916"/>
            <a:ext cx="6763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“Track your climbing performance and prevent injuries through smart data.”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6330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</TotalTime>
  <Words>60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ClimbSmart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Gillenwater</dc:creator>
  <cp:lastModifiedBy>Jack Gillenwater</cp:lastModifiedBy>
  <cp:revision>1</cp:revision>
  <dcterms:created xsi:type="dcterms:W3CDTF">2026-05-01T14:32:36Z</dcterms:created>
  <dcterms:modified xsi:type="dcterms:W3CDTF">2026-05-01T14:45:24Z</dcterms:modified>
</cp:coreProperties>
</file>